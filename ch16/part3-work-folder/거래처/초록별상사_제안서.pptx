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초록별상사 입점 제안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친환경 주방세제 전문 공급업체</a:t>
            </a:r>
          </a:p>
          <a:p>
            <a:pPr>
              <a:defRPr sz="2000"/>
            </a:pPr>
            <a:r>
              <a:t>2026-08 리빙페어 미팅 기반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제품 라인업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설거지비누바</a:t>
            </a:r>
          </a:p>
          <a:p>
            <a:pPr>
              <a:defRPr sz="2000"/>
            </a:pPr>
            <a:r>
              <a:t>다목적세정제</a:t>
            </a:r>
          </a:p>
          <a:p>
            <a:pPr>
              <a:defRPr sz="2000"/>
            </a:pPr>
            <a:r>
              <a:t>친환경 인증 마크 보유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제안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샘플 테스트 후 단가 협의</a:t>
            </a:r>
          </a:p>
          <a:p>
            <a:pPr>
              <a:defRPr sz="2000"/>
            </a:pPr>
            <a:r>
              <a:t>세트 프로모션 공동 기획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cp:category/>
</cp:coreProperties>
</file>