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추석특가전 기획안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기간: 2026-09-09 ~ 2026-09-15</a:t>
            </a:r>
          </a:p>
          <a:p>
            <a:pPr>
              <a:defRPr sz="2000"/>
            </a:pPr>
            <a:r>
              <a:t>대상: 대성물산 텀블러·밀폐용기 세트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할인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세트 구성 시 12% 할인</a:t>
            </a:r>
          </a:p>
          <a:p>
            <a:pPr>
              <a:defRPr sz="2000"/>
            </a:pPr>
            <a:r>
              <a:t>단품 대비 묶음 구매 유도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전월 동기간 대비 판매량 +30% 목표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category/>
</cp:coreProperties>
</file>