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초록별상사 수정 제안서 (v2)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살림풍경 MD팀 귀중</a:t>
            </a:r>
          </a:p>
          <a:p>
            <a:pPr>
              <a:defRPr sz="1800"/>
            </a:pPr>
            <a:r>
              <a:t>제안일: 2026-10-09 (금)</a:t>
            </a:r>
          </a:p>
          <a:p>
            <a:pPr>
              <a:defRPr sz="1800"/>
            </a:pPr>
            <a:r>
              <a:t>담당: 이수아 대표 (sooah.lee@chorokbyul.co.kr)</a:t>
            </a:r>
          </a:p>
          <a:p>
            <a:pPr>
              <a:defRPr sz="1800"/>
            </a:pPr>
            <a:r>
              <a:t>지난 9/5 미팅 및 샘플 테스트 피드백 반영본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샘플 테스트 피드백 반영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설거지비누바: 향 2종(무향/허브) → 3종(+시트러스)으로 확대</a:t>
            </a:r>
          </a:p>
          <a:p>
            <a:pPr>
              <a:defRPr sz="1800"/>
            </a:pPr>
            <a:r>
              <a:t>다목적세정제: 500ml 단일 → 500ml/1L 두 용량</a:t>
            </a:r>
          </a:p>
          <a:p>
            <a:pPr>
              <a:defRPr sz="1800"/>
            </a:pPr>
            <a:r>
              <a:t>친환경 인증서 사본 동봉 완료 (요청하셨던 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수정 공급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설거지비누바: 개당 3,800원 (기존 제안 4,200원에서 인하)</a:t>
            </a:r>
          </a:p>
          <a:p>
            <a:pPr>
              <a:defRPr sz="1800"/>
            </a:pPr>
            <a:r>
              <a:t>다목적세정제 500ml: 개당 5,500원</a:t>
            </a:r>
          </a:p>
          <a:p>
            <a:pPr>
              <a:defRPr sz="1800"/>
            </a:pPr>
            <a:r>
              <a:t>MOQ: 품목당 150개 (기존 200개에서 인하)</a:t>
            </a:r>
          </a:p>
          <a:p>
            <a:pPr>
              <a:defRPr sz="1800"/>
            </a:pPr>
            <a:r>
              <a:t>리드타임: 발주 후 14일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10월 넷째 주 중 계약 조건 협의 미팅 요청</a:t>
            </a:r>
          </a:p>
          <a:p>
            <a:pPr>
              <a:defRPr sz="1800"/>
            </a:pPr>
            <a:r>
              <a:t>연말 프로모션 대비 11월 초도 발주 목표</a:t>
            </a:r>
          </a:p>
          <a:p>
            <a:pPr>
              <a:defRPr sz="1800"/>
            </a:pPr>
            <a:r>
              <a:t>대성물산 텀블러 라인과 세트 구성 제안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category/>
</cp:coreProperties>
</file>